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2" r:id="rId6"/>
    <p:sldId id="263" r:id="rId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9646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bin"/><Relationship Id="rId5" Type="http://schemas.openxmlformats.org/officeDocument/2006/relationships/image" Target="../media/image10.bin"/><Relationship Id="rId4" Type="http://schemas.openxmlformats.org/officeDocument/2006/relationships/image" Target="../media/image9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0"/>
            <a:ext cx="685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0" y="0"/>
            <a:ext cx="3810000" cy="10287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1428750"/>
            <a:ext cx="1714500" cy="381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143000" y="2286000"/>
            <a:ext cx="10287000" cy="3019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Traffic Light Controller Simulation Using 8086</a:t>
            </a:r>
            <a:endParaRPr lang="en-US" sz="7200" dirty="0"/>
          </a:p>
        </p:txBody>
      </p:sp>
      <p:sp>
        <p:nvSpPr>
          <p:cNvPr id="6" name="Text 1"/>
          <p:cNvSpPr/>
          <p:nvPr/>
        </p:nvSpPr>
        <p:spPr>
          <a:xfrm>
            <a:off x="1143000" y="6000750"/>
            <a:ext cx="9525000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FFC93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ASSEMBLY LANGUAGE MINI PROJECT</a:t>
            </a:r>
            <a:endParaRPr lang="en-US" sz="270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7048500"/>
            <a:ext cx="9144000" cy="2857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04537" y="7429499"/>
            <a:ext cx="10653963" cy="18709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dirty="0">
                <a:solidFill>
                  <a:schemeClr val="bg1"/>
                </a:solidFill>
              </a:rPr>
              <a:t>2125UIDM1080 | 2125UIDM1031 | 2125UIDF1102 | 2125UIDM1116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57150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09863" y="1619250"/>
            <a:ext cx="9958137" cy="1504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a Traffic Light Controller ?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3810000"/>
            <a:ext cx="9525000" cy="1409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550" dirty="0">
                <a:solidFill>
                  <a:srgbClr val="C9D4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traffic light controller is a system that manages road traffic by switching signals in a fixed, timed order so vehicles move safely and smoothly.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143000" y="5905500"/>
            <a:ext cx="9525000" cy="1409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550" dirty="0">
                <a:solidFill>
                  <a:srgbClr val="C9D4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simulates that behaviour using 8086 assembly language, displaying signal messages on screen one after another in a continuous loop.</a:t>
            </a:r>
            <a:endParaRPr lang="en-US" sz="2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8191500"/>
            <a:ext cx="8572500" cy="8572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8382000"/>
            <a:ext cx="2476500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0A112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RED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4191000" y="8382000"/>
            <a:ext cx="2476500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0A112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YELLOW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7239000" y="8382000"/>
            <a:ext cx="2476500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0A112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GREEN</a:t>
            </a:r>
            <a:endParaRPr lang="en-US" sz="27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7F7E2E7-B2D7-88F9-82A2-EFF045BA61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6490" y="2713371"/>
            <a:ext cx="5829300" cy="55643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57150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FFC93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OBJECTIVES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619250"/>
            <a:ext cx="133350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Objectives</a:t>
            </a:r>
            <a:endParaRPr lang="en-US" sz="6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286626"/>
            <a:ext cx="16002000" cy="55245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3810000"/>
            <a:ext cx="1143000" cy="114300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3810000"/>
            <a:ext cx="1143000" cy="114300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11250" y="3810000"/>
            <a:ext cx="1143000" cy="114300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1524000" y="5429250"/>
            <a:ext cx="3048000" cy="1704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dirty="0">
                <a:solidFill>
                  <a:srgbClr val="E6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the basics of 8086 assembly language programming.</a:t>
            </a:r>
            <a:endParaRPr lang="en-US" sz="2400" dirty="0"/>
          </a:p>
        </p:txBody>
      </p:sp>
      <p:sp>
        <p:nvSpPr>
          <p:cNvPr id="10" name="Text 3"/>
          <p:cNvSpPr/>
          <p:nvPr/>
        </p:nvSpPr>
        <p:spPr>
          <a:xfrm>
            <a:off x="5619750" y="5429250"/>
            <a:ext cx="3048000" cy="1704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dirty="0">
                <a:solidFill>
                  <a:srgbClr val="E6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RED, YELLOW and GREEN messages on the screen.</a:t>
            </a:r>
            <a:endParaRPr lang="en-US" sz="2400" dirty="0"/>
          </a:p>
        </p:txBody>
      </p:sp>
      <p:sp>
        <p:nvSpPr>
          <p:cNvPr id="11" name="Text 4"/>
          <p:cNvSpPr/>
          <p:nvPr/>
        </p:nvSpPr>
        <p:spPr>
          <a:xfrm>
            <a:off x="9715500" y="5429250"/>
            <a:ext cx="3048000" cy="1276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dirty="0">
                <a:solidFill>
                  <a:srgbClr val="E6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a time delay between each signal message.</a:t>
            </a:r>
            <a:endParaRPr lang="en-US" sz="2400" dirty="0"/>
          </a:p>
        </p:txBody>
      </p:sp>
      <p:sp>
        <p:nvSpPr>
          <p:cNvPr id="12" name="Text 5"/>
          <p:cNvSpPr/>
          <p:nvPr/>
        </p:nvSpPr>
        <p:spPr>
          <a:xfrm>
            <a:off x="13811250" y="5429250"/>
            <a:ext cx="3048000" cy="1704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dirty="0">
                <a:solidFill>
                  <a:srgbClr val="E6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 the sequence until a keyboard key is pressed.</a:t>
            </a:r>
            <a:endParaRPr lang="en-US" sz="24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8877300"/>
            <a:ext cx="16002000" cy="76200"/>
          </a:xfrm>
          <a:prstGeom prst="rect">
            <a:avLst/>
          </a:prstGeom>
        </p:spPr>
      </p:pic>
      <p:pic>
        <p:nvPicPr>
          <p:cNvPr id="15" name="Graphic 14" descr="Airplane with solid fill">
            <a:extLst>
              <a:ext uri="{FF2B5EF4-FFF2-40B4-BE49-F238E27FC236}">
                <a16:creationId xmlns:a16="http://schemas.microsoft.com/office/drawing/2014/main" id="{F9C04B6E-6DCB-EE85-6BA6-A32900BE2B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63338" y="3810001"/>
            <a:ext cx="1142999" cy="1142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66675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FF3B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04 — CONTROLLER LOGIC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619250"/>
            <a:ext cx="133350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the Sequence Works</a:t>
            </a:r>
            <a:endParaRPr lang="en-US" sz="6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619500"/>
            <a:ext cx="16002000" cy="1714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4095750"/>
            <a:ext cx="2667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START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4476750" y="3905250"/>
            <a:ext cx="2667000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0A112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RED + Delay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7810500" y="3905250"/>
            <a:ext cx="2667000" cy="81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0A112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YELLOW + Delay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1144250" y="3905250"/>
            <a:ext cx="2667000" cy="81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0A112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GREEN + Delay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14478000" y="3905250"/>
            <a:ext cx="2667000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Key pressed?</a:t>
            </a:r>
            <a:endParaRPr lang="en-US" sz="27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7625" y="4424363"/>
            <a:ext cx="571500" cy="114300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1375" y="4424363"/>
            <a:ext cx="571500" cy="114300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5125" y="4424363"/>
            <a:ext cx="571500" cy="114300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58875" y="4424363"/>
            <a:ext cx="571500" cy="114300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0" y="5672138"/>
            <a:ext cx="10001250" cy="1143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572500" y="5857875"/>
            <a:ext cx="47625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950" dirty="0">
                <a:solidFill>
                  <a:srgbClr val="FFC93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NO → repeat the cycle</a:t>
            </a:r>
            <a:endParaRPr lang="en-US" sz="1950" dirty="0"/>
          </a:p>
        </p:txBody>
      </p:sp>
      <p:sp>
        <p:nvSpPr>
          <p:cNvPr id="16" name="Text 8"/>
          <p:cNvSpPr/>
          <p:nvPr/>
        </p:nvSpPr>
        <p:spPr>
          <a:xfrm>
            <a:off x="1143000" y="6858000"/>
            <a:ext cx="1600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E6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message is printed using DOS INT 21H, function 09H.</a:t>
            </a:r>
            <a:endParaRPr lang="en-US" sz="24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E6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nested LOOP-based delay routine holds each signal on screen.</a:t>
            </a:r>
            <a:endParaRPr lang="en-US" sz="24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E6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 16H checks the keyboard; if a key is pressed, the program exits.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66675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2EE66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06 — CHALLENGES &amp; SOLUTIONS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619250"/>
            <a:ext cx="133350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Problems We Solved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143000" y="3238500"/>
            <a:ext cx="7620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FF3B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● CHALLENGE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525000" y="3238500"/>
            <a:ext cx="7620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2EE66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● SOLUTION</a:t>
            </a:r>
            <a:endParaRPr lang="en-US" sz="2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905250"/>
            <a:ext cx="16002000" cy="51435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50" y="4624388"/>
            <a:ext cx="952500" cy="11430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50" y="6434138"/>
            <a:ext cx="952500" cy="11430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50" y="8243888"/>
            <a:ext cx="952500" cy="1143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524000" y="4286250"/>
            <a:ext cx="6477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E6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Delays ran too fast or froze the emulator.</a:t>
            </a:r>
            <a:endParaRPr lang="en-US" sz="2250" dirty="0"/>
          </a:p>
        </p:txBody>
      </p:sp>
      <p:sp>
        <p:nvSpPr>
          <p:cNvPr id="11" name="Text 5"/>
          <p:cNvSpPr/>
          <p:nvPr/>
        </p:nvSpPr>
        <p:spPr>
          <a:xfrm>
            <a:off x="9525000" y="4286250"/>
            <a:ext cx="7239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E6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Tuned nested CX loop counts for balanced timing.</a:t>
            </a:r>
            <a:endParaRPr lang="en-US" sz="2250" dirty="0"/>
          </a:p>
        </p:txBody>
      </p:sp>
      <p:sp>
        <p:nvSpPr>
          <p:cNvPr id="12" name="Text 6"/>
          <p:cNvSpPr/>
          <p:nvPr/>
        </p:nvSpPr>
        <p:spPr>
          <a:xfrm>
            <a:off x="1524000" y="6096000"/>
            <a:ext cx="6477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E6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Messages printed with garbage characters.</a:t>
            </a:r>
            <a:endParaRPr lang="en-US" sz="2250" dirty="0"/>
          </a:p>
        </p:txBody>
      </p:sp>
      <p:sp>
        <p:nvSpPr>
          <p:cNvPr id="13" name="Text 7"/>
          <p:cNvSpPr/>
          <p:nvPr/>
        </p:nvSpPr>
        <p:spPr>
          <a:xfrm>
            <a:off x="9525000" y="6096000"/>
            <a:ext cx="7239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E6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Terminated every string with '$' for INT 21H.</a:t>
            </a:r>
            <a:endParaRPr lang="en-US" sz="2250" dirty="0"/>
          </a:p>
        </p:txBody>
      </p:sp>
      <p:sp>
        <p:nvSpPr>
          <p:cNvPr id="14" name="Text 8"/>
          <p:cNvSpPr/>
          <p:nvPr/>
        </p:nvSpPr>
        <p:spPr>
          <a:xfrm>
            <a:off x="1524000" y="7905750"/>
            <a:ext cx="6477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E6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Infinite loop could not be stopped.</a:t>
            </a:r>
            <a:endParaRPr lang="en-US" sz="2250" dirty="0"/>
          </a:p>
        </p:txBody>
      </p:sp>
      <p:sp>
        <p:nvSpPr>
          <p:cNvPr id="15" name="Text 9"/>
          <p:cNvSpPr/>
          <p:nvPr/>
        </p:nvSpPr>
        <p:spPr>
          <a:xfrm>
            <a:off x="9525000" y="7905750"/>
            <a:ext cx="7239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E6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Added a non-blocking key check with INT 16H.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66675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FF3B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CONCLUSION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714500"/>
            <a:ext cx="9525000" cy="2571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700" dirty="0">
                <a:solidFill>
                  <a:srgbClr val="E6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a working traffic light simulation in 8086 assembly.</a:t>
            </a:r>
            <a:endParaRPr lang="en-US" sz="27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700" dirty="0">
                <a:solidFill>
                  <a:srgbClr val="E6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Learned DOS interrupts, loops and software delays.</a:t>
            </a:r>
            <a:endParaRPr lang="en-US" sz="27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700" dirty="0">
                <a:solidFill>
                  <a:srgbClr val="E6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Gained hands-on insight into how real controllers operate at low level.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43000" y="6286500"/>
            <a:ext cx="13335000" cy="1714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You!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1143000" y="8382000"/>
            <a:ext cx="9525000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endParaRPr lang="en-US" sz="2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7500" y="1333500"/>
            <a:ext cx="2857500" cy="762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287</Words>
  <Application>Microsoft Office PowerPoint</Application>
  <PresentationFormat>Custom</PresentationFormat>
  <Paragraphs>47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Inter</vt:lpstr>
      <vt:lpstr>Montserrat</vt:lpstr>
      <vt:lpstr>Roboto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c4e3bc1f-b73a-4fb2-8772-09670049f67c</dc:title>
  <dc:subject>Presentation Export</dc:subject>
  <dc:creator>Design Export</dc:creator>
  <cp:lastModifiedBy>Ayush Landge</cp:lastModifiedBy>
  <cp:revision>2</cp:revision>
  <dcterms:created xsi:type="dcterms:W3CDTF">2026-10-15T06:02:59Z</dcterms:created>
  <dcterms:modified xsi:type="dcterms:W3CDTF">2026-10-15T06:13:56Z</dcterms:modified>
</cp:coreProperties>
</file>